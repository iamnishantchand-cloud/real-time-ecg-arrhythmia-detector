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109728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74C3C"/>
                </a:solidFill>
                <a:latin typeface="Calibri"/>
              </a:defRPr>
            </a:pPr>
            <a:r>
              <a:t>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Real-Time AI ECG Arrhythmia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Deep Learning-Powered Cardiac Monitoring for Life-Saving Arrhythmia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Calibri"/>
              </a:defRPr>
            </a:pPr>
            <a:r>
              <a:t>Track: Healthcare / AI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9377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Team: [Your Team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943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SYNAPSE HACKATHON 2026  | 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EXISTING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Cardiovascular diseases are the #1 cause of death globally, killing 17.9 million people annually (WHO).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Arrhythmias are irregular heartbeats that can cause sudden cardiac death if not detected early.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In ICUs, nurses monitor ECG screens 24/7 - but 'alarm fatigue' causes up to 90% of alerts to be ignored.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 single missed Ventricular ectopic beat (PVC) in a critical patient can be fatal.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Rural and under-resourced hospitals often lack trained cardiologists for continuous ECG interpretation.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Existing Gaps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Manual ECG reading is slow, subjective, and requires years of specialized training.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Existing commercial solutions (Apple Watch, AliveCor) detect only atrial fibrillation - not the full spectrum of arrhythmias.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Cloud-based AI solutions introduce network latency - unacceptable for real-time critical care.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Most published AI models inflate accuracy by mixing beats from the same patient in train/test sets - producing misleading 99%+ claims.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No affordable, open-source, edge-deployable solution exists for comprehensive beat-level arrhythmia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An AI-powered real-time ECG monitoring system that classifies every heartbeat into 5 clinical categories using a 1D Residual CNN trained on the gold-standard MIT-BIH Arrhythmia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60320" cy="237744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AA"/>
                </a:solidFill>
                <a:latin typeface="Calibri"/>
              </a:defRPr>
            </a:pPr>
            <a:r>
              <a:t>Real-Time</a:t>
            </a:r>
            <a:br/>
            <a: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Classifies each heartbeat</a:t>
            </a:r>
            <a:br/>
            <a:r>
              <a:t>in milliseconds - fast enough</a:t>
            </a:r>
            <a:br/>
            <a:r>
              <a:t>for live patient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60320" cy="237744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5-Class</a:t>
            </a:r>
            <a:br/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004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Normal (N), Supraventricular (S),</a:t>
            </a:r>
            <a:br/>
            <a:r>
              <a:t>Ventricular (V), Fusion (F),</a:t>
            </a:r>
            <a:br/>
            <a:r>
              <a:t>Unclassifiable (Q)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560320" cy="237744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  <a:latin typeface="Calibri"/>
              </a:defRPr>
            </a:pPr>
            <a:r>
              <a:t>97.2% PVC</a:t>
            </a:r>
            <a:br/>
            <a: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004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Catches 97.2% of dangerous</a:t>
            </a:r>
            <a:br/>
            <a:r>
              <a:t>Ventricular beats - prioritizing</a:t>
            </a:r>
            <a:br/>
            <a:r>
              <a:t>safety over false negatives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286000"/>
            <a:ext cx="2560320" cy="237744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423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39C12"/>
                </a:solidFill>
                <a:latin typeface="Calibri"/>
              </a:defRPr>
            </a:pPr>
            <a:r>
              <a:t>Edge-Ready</a:t>
            </a:r>
            <a:br/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2004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Lightweight 606K-parameter</a:t>
            </a:r>
            <a:br/>
            <a:r>
              <a:t>model runs on CPU - no GPU</a:t>
            </a:r>
            <a:br/>
            <a:r>
              <a:t>or cloud connection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698480" cy="128016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Unique Selling Proposition (USP)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Unlike commercial wearables (Apple Watch detects only AFib) or cloud APIs (latency issues), our solution provides comprehensive 5-class arrhythmia detection, runs entirely on-device with no internet required, and uses a scientifically rigorous patient-level data split for honest, reproducible accuracy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SOLUTION ARCHITECTURE -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1. DATA</a:t>
            </a:r>
            <a:br/>
            <a:r>
              <a:t>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MIT-BIH Arrhythmia</a:t>
            </a:r>
            <a:br/>
            <a:r>
              <a:t>Database (48 patients)</a:t>
            </a:r>
            <a:br/>
            <a:r>
              <a:t>from PhysioNet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Calibri"/>
              </a:defRPr>
            </a:pPr>
            <a:r>
              <a:t>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2.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R-peak detection</a:t>
            </a:r>
            <a:br/>
            <a:r>
              <a:t>Beat segmentation</a:t>
            </a:r>
            <a:br/>
            <a:r>
              <a:t>(250 samples/beat)</a:t>
            </a:r>
            <a:br/>
            <a:r>
              <a:t>Z-score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Calibri"/>
              </a:defRPr>
            </a:pPr>
            <a:r>
              <a:t>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  <a:latin typeface="Calibri"/>
              </a:defRPr>
            </a:pPr>
            <a:r>
              <a:t>3. 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86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Random oversampling</a:t>
            </a:r>
            <a:br/>
            <a:r>
              <a:t>of minority classes</a:t>
            </a:r>
            <a:br/>
            <a:r>
              <a:t>(S, V, F, Q)</a:t>
            </a:r>
            <a:br/>
            <a:r>
              <a:t>to 50% of majority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Calibri"/>
              </a:defRPr>
            </a:pPr>
            <a:r>
              <a:t>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  <a:latin typeface="Calibri"/>
              </a:defRPr>
            </a:pPr>
            <a:r>
              <a:t>4. AI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286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1D Residual CNN</a:t>
            </a:r>
            <a:br/>
            <a:r>
              <a:t>(3 residual blocks)</a:t>
            </a:r>
            <a:br/>
            <a:r>
              <a:t>64-&gt;128-&gt;256 filters</a:t>
            </a:r>
            <a:br/>
            <a:r>
              <a:t>Focal Loss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Calibri"/>
              </a:defRPr>
            </a:pPr>
            <a:r>
              <a:t>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46304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5.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286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Real-time beat</a:t>
            </a:r>
            <a:br/>
            <a:r>
              <a:t>classification in &lt;5ms</a:t>
            </a:r>
            <a:br/>
            <a:r>
              <a:t>per heartbeat on CPU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Residual CNN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Input (250,1) -&gt; Conv1D(64) + BN + ReLU -&gt; ResBlock(64) -&gt; ResBlock(128) -&gt; ResBlock(256)</a:t>
            </a:r>
            <a:br/>
            <a:r>
              <a:t>-&gt; GlobalAvgPool -&gt; Dense(128) + Dropout(0.5) -&gt; Softmax(5 classes)</a:t>
            </a:r>
            <a:br/>
            <a:br/>
            <a:r>
              <a:t>Each ResBlock: Conv1D -&gt; BN -&gt; ReLU -&gt; Conv1D -&gt; BN + Skip Connection -&gt; ReLU -&gt; MaxPool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377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Loss: Focal Loss (gamma=2.0) - auto-focuses on hard/rare samples</a:t>
            </a:r>
            <a:br/>
            <a:r>
              <a:t>Optimizer: Adam (LR=0.001 with ReduceLROnPlateau)</a:t>
            </a:r>
            <a:br/>
            <a:r>
              <a:t>Early Stopping: patience=15 on val_accuracy</a:t>
            </a:r>
            <a:br/>
            <a:r>
              <a:t>Training: 86,739 beats from 39 patients (oversampled to 213K)</a:t>
            </a:r>
            <a:br/>
            <a:r>
              <a:t>Test: 11,738 beats from 5 completely unseen patients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INNOVATION &amp;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846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AI Innovations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Residual Skip Connections: Prevent gradient vanishing in deeper networks, enabling the model to learn complex morphological patterns across heartbeat waveforms.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Focal Loss (gamma=2.0): Automatically down-weights easy Normal beats and focuses training on rare arrhythmias (S, V, F, Q) without manual class weight tuning.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Patient-Level Data Split: Training and test patients are strictly separated. The AI has never seen the test patients' hearts, proving real generalization - not memorization.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Batch Normalization + Dropout: Regularization techniques that prevent overfitting on the 86K training beats, ensuring the model transfers to unseen patients.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4846320" cy="4846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TensorFlow 2.21 / 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68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1D Residual CNN (606K params)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Loss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Custom Focal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200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MIT-BIH Arrhythmia Database (PhysioNet)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Signal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wfdb, NumPy, SciPy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931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Streamlit (real-time web UI)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297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Plotly (interactive ECG charts)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029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029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CPU-only, edge-compatible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FEASIBILITY, VIABILITY &amp;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846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Technical Feasibility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Fully working prototype demonstrated with real hospital ECG data.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Runs on standard laptop CPU - no GPU or cloud infrastructure needed.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Model is only 2.3 MB - fits on any edge device (Raspberry Pi, smartphone).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Open-source dataset (MIT-BIH) - no data licensing issues.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All dependencies are free, open-source Python libraries.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4846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Business Viability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Hospital ICU monitoring: reduce alarm fatigue by filtering false alerts.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Telemedicine: enable remote cardiac monitoring for rural patients.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Wearable integration: embed into smartwatch or holter monitor firmware.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Cost: Near-zero marginal cost per prediction (CPU inference).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Revenue model: SaaS for hospitals, licensing for device manufacturers.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474720" cy="484632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Scalability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Horizontal: Add more arrhythmia classes (12+ types) with more training data.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Multi-lead: Extend from single-lead (MLII) to 12-lead ECG analysis.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Multi-device: Deploy on smartphone, Raspberry Pi, or hospital workstations.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Cloud option: Batch processing of stored ECG recordings for retrospective analysis.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Global: Multilingual dashboard for international hospital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IMPACT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Calibri"/>
              </a:defRPr>
            </a:pPr>
            <a:r>
              <a:t>97.2%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Ventricular Beat</a:t>
            </a:r>
            <a:br/>
            <a:r>
              <a:t>Recall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2801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Calibri"/>
              </a:defRPr>
            </a:pPr>
            <a:r>
              <a:t>81.1%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Overall Test</a:t>
            </a:r>
            <a:br/>
            <a: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86,739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Training</a:t>
            </a:r>
            <a:br/>
            <a:r>
              <a:t>Beats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28016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Calibri"/>
              </a:defRPr>
            </a:pPr>
            <a:r>
              <a:t>&lt;5ms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Inference</a:t>
            </a:r>
            <a:br/>
            <a:r>
              <a:t>Time per Beat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5303520" cy="356616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260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Expected Impact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Social: Early arrhythmia detection can prevent sudden cardiac deaths - potentially saving millions of lives in under-resourced regions.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Economic: Reduce ICU monitoring costs by automating first-pass ECG screening. One AI system can monitor multiple patients simultaneously.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Healthcare Access: Enable cardiac monitoring in rural areas without specialist cardiologists through telemedicine integration.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Research: Open-source codebase enables reproducible cardiac AI research and education.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5029200" cy="356616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92608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Future Roadmap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12-Lead ECG Support: Extend to full clinical-grade 12-lead analysis for comprehensive cardiac assessment.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Transformer Architecture: Explore attention-based models for better temporal pattern recognition.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Continuous Learning: Implement federated learning to improve the model across multiple hospitals without sharing patient data.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FDA Clearance Path: Work toward 510(k) regulatory approval for clinical deployment.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Wearable SDK: Package as an SDK for smartwatch/fitness band manufacturers.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74C3C"/>
                </a:solidFill>
                <a:latin typeface="Calibri"/>
              </a:defRPr>
            </a:pPr>
            <a:r>
              <a:t>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  <a:latin typeface="Calibri"/>
              </a:defRPr>
            </a:pPr>
            <a:r>
              <a:t>Real-Time AI ECG Arrhythmia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Team: [Your Team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GitHub: github.com/[your-username]/ecg-arrhythmia-detector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